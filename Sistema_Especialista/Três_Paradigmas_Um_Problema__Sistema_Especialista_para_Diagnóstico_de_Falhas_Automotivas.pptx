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1980138339356672_2071980351205597184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1980138339356672_2071980351205597184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1980138339356672_2071980351205597184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1980138339356672_2071980351205597184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1980138339356672_2071980351205597184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1980138339356672_2071980351205597184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1980138339356672_2071980351205597184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1980138339356672_2071980351205597184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1980138339356672_2071980351205597184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1980138339356672_2071980351205597184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1980138339356672_2071980351205597184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1980138339356672_2071980351205597184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1980138339356672_2071980351205597184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